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E633A-F2BE-494B-9F59-034BA8CE6888}" type="datetimeFigureOut">
              <a:rPr lang="zh-CN" altLang="en-US" smtClean="0"/>
              <a:t>2021/3/20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81912-C3E1-4666-BE4B-5181164B60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802 </a:t>
            </a:r>
            <a:r>
              <a:rPr lang="zh-CN" altLang="en-US" dirty="0" smtClean="0"/>
              <a:t>班简介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84168" y="5373216"/>
            <a:ext cx="2192288" cy="622920"/>
          </a:xfrm>
        </p:spPr>
        <p:txBody>
          <a:bodyPr/>
          <a:lstStyle/>
          <a:p>
            <a:pPr algn="r"/>
            <a:r>
              <a:rPr lang="en-US" altLang="zh-CN" dirty="0" smtClean="0">
                <a:solidFill>
                  <a:schemeClr val="tx1"/>
                </a:solidFill>
              </a:rPr>
              <a:t>——</a:t>
            </a:r>
            <a:r>
              <a:rPr lang="zh-CN" altLang="en-US" dirty="0" smtClean="0">
                <a:solidFill>
                  <a:schemeClr val="tx1"/>
                </a:solidFill>
              </a:rPr>
              <a:t>甘宗亮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ffectLst>
                  <a:glow rad="101600">
                    <a:schemeClr val="tx1">
                      <a:lumMod val="50000"/>
                      <a:lumOff val="50000"/>
                      <a:alpha val="60000"/>
                    </a:schemeClr>
                  </a:glow>
                </a:effectLst>
              </a:rPr>
              <a:t>我们的校园</a:t>
            </a:r>
            <a:endParaRPr lang="zh-CN" altLang="en-US" dirty="0">
              <a:effectLst>
                <a:glow rad="101600">
                  <a:schemeClr val="tx1">
                    <a:lumMod val="50000"/>
                    <a:lumOff val="50000"/>
                    <a:alpha val="60000"/>
                  </a:schemeClr>
                </a:glow>
              </a:effectLst>
            </a:endParaRPr>
          </a:p>
        </p:txBody>
      </p:sp>
      <p:pic>
        <p:nvPicPr>
          <p:cNvPr id="8" name="内容占位符 7" descr="nimg.ws.126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1547664" y="1340768"/>
            <a:ext cx="4896544" cy="2160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内容占位符 6" descr="nimg.ws.126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547664" y="3717032"/>
            <a:ext cx="4875970" cy="2160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7092280" y="1340768"/>
            <a:ext cx="738664" cy="38164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zh-CN" altLang="en-US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陆水实验学校位于赤壁市，是一座环    境优美，教学优越的学校，这里</a:t>
            </a:r>
            <a:r>
              <a:rPr lang="en-US" altLang="zh-CN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…</a:t>
            </a:r>
            <a:endParaRPr lang="zh-CN" altLang="en-US" dirty="0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ffectLst>
                  <a:glow rad="101600">
                    <a:schemeClr val="tx1">
                      <a:lumMod val="50000"/>
                      <a:lumOff val="50000"/>
                      <a:alpha val="60000"/>
                    </a:schemeClr>
                  </a:glow>
                </a:effectLst>
              </a:rPr>
              <a:t>我们的班级</a:t>
            </a:r>
            <a:endParaRPr lang="zh-CN" altLang="en-US" dirty="0">
              <a:effectLst>
                <a:glow rad="101600">
                  <a:schemeClr val="tx1">
                    <a:lumMod val="50000"/>
                    <a:lumOff val="50000"/>
                    <a:alpha val="60000"/>
                  </a:schemeClr>
                </a:glow>
              </a:effectLst>
            </a:endParaRPr>
          </a:p>
        </p:txBody>
      </p:sp>
      <p:pic>
        <p:nvPicPr>
          <p:cNvPr id="8" name="内容占位符 7" descr="nimg.ws.126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1547664" y="1340768"/>
            <a:ext cx="4896544" cy="2160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内容占位符 6" descr="nimg.ws.126.jpg"/>
          <p:cNvPicPr>
            <a:picLocks noGrp="1" noChangeAspect="1"/>
          </p:cNvPicPr>
          <p:nvPr>
            <p:ph sz="half" idx="1"/>
          </p:nvPr>
        </p:nvPicPr>
        <p:blipFill>
          <a:blip r:embed="rId4" cstate="print"/>
          <a:stretch>
            <a:fillRect/>
          </a:stretch>
        </p:blipFill>
        <p:spPr>
          <a:xfrm>
            <a:off x="1547664" y="3717032"/>
            <a:ext cx="4896544" cy="2160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7092280" y="1340768"/>
            <a:ext cx="738664" cy="38164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altLang="zh-CN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802</a:t>
            </a:r>
            <a:r>
              <a:rPr lang="zh-CN" altLang="en-US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班 是陆水实验学校初中部中的一个班级，教学良好，亲切生动</a:t>
            </a:r>
            <a:r>
              <a:rPr lang="en-US" altLang="zh-CN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…</a:t>
            </a:r>
            <a:endParaRPr lang="zh-CN" altLang="en-US" dirty="0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altLang="zh-CN" sz="2800" dirty="0" smtClean="0">
                <a:effectLst>
                  <a:glow rad="101600">
                    <a:schemeClr val="tx1">
                      <a:lumMod val="50000"/>
                      <a:lumOff val="50000"/>
                      <a:alpha val="60000"/>
                    </a:schemeClr>
                  </a:glow>
                </a:effectLst>
              </a:rPr>
              <a:t>802 </a:t>
            </a:r>
            <a:r>
              <a:rPr lang="zh-CN" altLang="en-US" sz="2800" dirty="0" smtClean="0">
                <a:effectLst>
                  <a:glow rad="101600">
                    <a:schemeClr val="tx1">
                      <a:lumMod val="50000"/>
                      <a:lumOff val="50000"/>
                      <a:alpha val="60000"/>
                    </a:schemeClr>
                  </a:glow>
                </a:effectLst>
              </a:rPr>
              <a:t>班 班级干部</a:t>
            </a:r>
            <a:endParaRPr lang="zh-CN" altLang="en-US" sz="2800" dirty="0">
              <a:effectLst>
                <a:glow rad="101600">
                  <a:schemeClr val="tx1">
                    <a:lumMod val="50000"/>
                    <a:lumOff val="50000"/>
                    <a:alpha val="60000"/>
                  </a:schemeClr>
                </a:glow>
              </a:effectLst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班长：宋怡萱</a:t>
            </a:r>
            <a:endParaRPr lang="en-US" altLang="zh-CN" sz="1800" dirty="0" smtClean="0"/>
          </a:p>
          <a:p>
            <a:r>
              <a:rPr lang="zh-CN" altLang="en-US" sz="1800" dirty="0"/>
              <a:t>副班</a:t>
            </a:r>
            <a:r>
              <a:rPr lang="zh-CN" altLang="en-US" sz="1800" dirty="0" smtClean="0"/>
              <a:t>长：谢宇骁</a:t>
            </a:r>
            <a:endParaRPr lang="en-US" altLang="zh-CN" sz="1800" dirty="0" smtClean="0"/>
          </a:p>
          <a:p>
            <a:r>
              <a:rPr lang="zh-CN" altLang="en-US" sz="1800" dirty="0"/>
              <a:t>体育委</a:t>
            </a:r>
            <a:r>
              <a:rPr lang="zh-CN" altLang="en-US" sz="1800" dirty="0" smtClean="0"/>
              <a:t>员：付思龙</a:t>
            </a:r>
            <a:endParaRPr lang="en-US" altLang="zh-CN" sz="1800" dirty="0" smtClean="0"/>
          </a:p>
          <a:p>
            <a:r>
              <a:rPr lang="zh-CN" altLang="en-US" sz="1800" dirty="0"/>
              <a:t>卫生委</a:t>
            </a:r>
            <a:r>
              <a:rPr lang="zh-CN" altLang="en-US" sz="1800" dirty="0" smtClean="0"/>
              <a:t>员：甘紫安</a:t>
            </a:r>
            <a:endParaRPr lang="en-US" altLang="zh-CN" sz="1800" dirty="0" smtClean="0"/>
          </a:p>
          <a:p>
            <a:r>
              <a:rPr lang="zh-CN" altLang="en-US" sz="1800" dirty="0"/>
              <a:t>学习委</a:t>
            </a:r>
            <a:r>
              <a:rPr lang="zh-CN" altLang="en-US" sz="1800" dirty="0" smtClean="0"/>
              <a:t>员：甘宗亮</a:t>
            </a:r>
            <a:endParaRPr lang="en-US" altLang="zh-CN" sz="1800" dirty="0" smtClean="0"/>
          </a:p>
          <a:p>
            <a:endParaRPr lang="en-US" altLang="zh-CN" sz="1800" dirty="0"/>
          </a:p>
          <a:p>
            <a:r>
              <a:rPr lang="zh-CN" altLang="en-US" sz="1800" smtClean="0"/>
              <a:t>数学课代表</a:t>
            </a:r>
            <a:endParaRPr lang="zh-CN" altLang="en-US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7092280" y="1340768"/>
            <a:ext cx="738664" cy="38164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altLang="zh-CN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802</a:t>
            </a:r>
            <a:r>
              <a:rPr lang="zh-CN" altLang="en-US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班 是陆水实验学校初中部中的一个班级，教学良好，亲切生动</a:t>
            </a:r>
            <a:r>
              <a:rPr lang="en-US" altLang="zh-CN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…</a:t>
            </a:r>
            <a:endParaRPr lang="zh-CN" altLang="en-US" dirty="0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155</Words>
  <Application>Microsoft Office PowerPoint</Application>
  <PresentationFormat>全屏显示(4:3)</PresentationFormat>
  <Paragraphs>15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802 班简介</vt:lpstr>
      <vt:lpstr>我们的校园</vt:lpstr>
      <vt:lpstr>我们的班级</vt:lpstr>
      <vt:lpstr>802 班 班级干部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802 班简介</dc:title>
  <dc:creator>张克进</dc:creator>
  <cp:lastModifiedBy>张克进</cp:lastModifiedBy>
  <cp:revision>4</cp:revision>
  <dcterms:created xsi:type="dcterms:W3CDTF">2021-03-20T05:58:16Z</dcterms:created>
  <dcterms:modified xsi:type="dcterms:W3CDTF">2021-03-20T06:35:42Z</dcterms:modified>
</cp:coreProperties>
</file>